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67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472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6214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602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952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91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496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116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199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712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5158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0606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3642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6034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681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2108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4536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4B1B24-8070-9C86-BF19-C7494229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2698F5-EDDF-9D46-C126-5A2EC65F2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96E1891-7D79-6201-2C24-A67A7DB5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015778-4353-1F56-1D70-F5B0125A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C5E95D7-E727-21C9-791D-54F601D1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366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E7F960D-378B-4834-91AE-965665A0BE83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3EFD-4C44-4E24-9267-23804BDDDC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7437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F75126-C36F-C44C-CF13-BB80BDA0E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Hálózati infrastruktúra implementáció: RizseRR Kft.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0D71DE2-FEA7-3C89-0CB2-32F7648E6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Szakmai vizsgaremek: Budapest - Tata - AK Telephely hálózat</a:t>
            </a:r>
          </a:p>
          <a:p>
            <a:r>
              <a:rPr lang="hu-HU" dirty="0"/>
              <a:t>Készítette: Czink Áron, gombos Krisztián, </a:t>
            </a:r>
            <a:r>
              <a:rPr lang="hu-HU" dirty="0" err="1"/>
              <a:t>lidvin</a:t>
            </a:r>
            <a:r>
              <a:rPr lang="hu-HU" dirty="0"/>
              <a:t> </a:t>
            </a:r>
            <a:r>
              <a:rPr lang="hu-HU" dirty="0" err="1"/>
              <a:t>bence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32436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2D2F78-FED9-209F-6473-97FD2F1F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Fizikai architektúra és strukturált hálózatépítés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0B399B4-0DA0-57A4-F9A5-DED7948D2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- 19 colos, 12U fali és álló rack szekrények telepítése</a:t>
            </a:r>
          </a:p>
          <a:p>
            <a:r>
              <a:rPr lang="hu-HU"/>
              <a:t>- Category 6 UTP kábelezés és optikai gerincvonalak</a:t>
            </a:r>
          </a:p>
          <a:p>
            <a:r>
              <a:rPr lang="hu-HU"/>
              <a:t>- Cisco ISR 4331/2911 routerek és Catalyst 2960 switchek</a:t>
            </a:r>
          </a:p>
          <a:p>
            <a:r>
              <a:rPr lang="hu-HU"/>
              <a:t>- APC Smart-UPS 750VA szünetmentes tápellátás</a:t>
            </a:r>
          </a:p>
        </p:txBody>
      </p:sp>
    </p:spTree>
    <p:extLst>
      <p:ext uri="{BB962C8B-B14F-4D97-AF65-F5344CB8AC3E}">
        <p14:creationId xmlns:p14="http://schemas.microsoft.com/office/powerpoint/2010/main" val="2092721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CD92AA-55C6-4D5D-B419-F5F62A2E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Országos logikai topológia és Útvonalválasztás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7DD8BD6-D1F7-2939-0483-6832AD068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OSPFv2 dinamikus forgalomirányító protokoll</a:t>
            </a:r>
          </a:p>
          <a:p>
            <a:r>
              <a:rPr lang="hu-HU"/>
              <a:t>- Többterületes (multi-area) hálózati kialakítás</a:t>
            </a:r>
          </a:p>
          <a:p>
            <a:r>
              <a:rPr lang="hu-HU"/>
              <a:t>- Redundáns útvonalak a Tatai Központ és AK között</a:t>
            </a:r>
          </a:p>
          <a:p>
            <a:r>
              <a:rPr lang="hu-HU"/>
              <a:t>- Link Failure Recovery: automatikus konvergencia tesztelése</a:t>
            </a:r>
          </a:p>
        </p:txBody>
      </p:sp>
    </p:spTree>
    <p:extLst>
      <p:ext uri="{BB962C8B-B14F-4D97-AF65-F5344CB8AC3E}">
        <p14:creationId xmlns:p14="http://schemas.microsoft.com/office/powerpoint/2010/main" val="151290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A8C3DB-6888-140A-F6E6-00D12270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Központosított DHCP és DNS szolgáltatások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0F183B-9BF0-5941-1EE3-E3CD86A3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Windows Server 2019 (AD, DNS, DHCP) implementáció</a:t>
            </a:r>
          </a:p>
          <a:p>
            <a:r>
              <a:rPr lang="hu-HU"/>
              <a:t>- VLAN alapú DHCP scope-ok (192.168.20.0, 10.1.0.0, 192.168.80.0)</a:t>
            </a:r>
          </a:p>
          <a:p>
            <a:r>
              <a:rPr lang="hu-HU"/>
              <a:t>- Hierarchikus DNS struktúra a belső és külső névfeloldáshoz</a:t>
            </a:r>
          </a:p>
          <a:p>
            <a:r>
              <a:rPr lang="hu-HU"/>
              <a:t>- IPAM: Szegmentált és dokumentált címtartományok</a:t>
            </a:r>
          </a:p>
        </p:txBody>
      </p:sp>
    </p:spTree>
    <p:extLst>
      <p:ext uri="{BB962C8B-B14F-4D97-AF65-F5344CB8AC3E}">
        <p14:creationId xmlns:p14="http://schemas.microsoft.com/office/powerpoint/2010/main" val="1106964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1D1FBF-C3A7-D54F-4539-1AB0C819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Hálózatbiztonság és VPN Technológia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110472E-8FD3-F103-30D8-36EE32DA8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Site-to-Site IPsec VPN alagutak AES-256 titkosítással</a:t>
            </a:r>
          </a:p>
          <a:p>
            <a:r>
              <a:rPr lang="hu-HU"/>
              <a:t>- SSHv2 RSA kulcsalapú hitelesítés a távoli menedzsmenthez</a:t>
            </a:r>
          </a:p>
          <a:p>
            <a:r>
              <a:rPr lang="hu-HU"/>
              <a:t>- Extended Access Control List (ACL) alapú forgalomszűrés</a:t>
            </a:r>
          </a:p>
          <a:p>
            <a:r>
              <a:rPr lang="hu-HU"/>
              <a:t>- Port Security: MAC cím alapú hozzáférés-védelem</a:t>
            </a:r>
          </a:p>
        </p:txBody>
      </p:sp>
    </p:spTree>
    <p:extLst>
      <p:ext uri="{BB962C8B-B14F-4D97-AF65-F5344CB8AC3E}">
        <p14:creationId xmlns:p14="http://schemas.microsoft.com/office/powerpoint/2010/main" val="206261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F6BD28-9D1E-F183-6141-D5D4A5CB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Ügyfélspecifikus megoldás: Lightcenter Fitness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8D2C52F-70CC-C253-E6E8-AE92704A4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Digitális IP kamerarendszer integráció (VLAN 50)</a:t>
            </a:r>
          </a:p>
          <a:p>
            <a:r>
              <a:rPr lang="hu-HU"/>
              <a:t>- Ubuntu Linux alapú Apache2 webszerver üzemeltetése</a:t>
            </a:r>
          </a:p>
          <a:p>
            <a:r>
              <a:rPr lang="hu-HU"/>
              <a:t>- Port Forwarding és NAT konfiguráció a szolgáltatásokhoz</a:t>
            </a:r>
          </a:p>
          <a:p>
            <a:r>
              <a:rPr lang="hu-HU"/>
              <a:t>- Izolált vendég Wi-Fi szegmens kialakítása (VLAN 80)</a:t>
            </a:r>
          </a:p>
        </p:txBody>
      </p:sp>
    </p:spTree>
    <p:extLst>
      <p:ext uri="{BB962C8B-B14F-4D97-AF65-F5344CB8AC3E}">
        <p14:creationId xmlns:p14="http://schemas.microsoft.com/office/powerpoint/2010/main" val="429126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44AD69-731E-512D-B25D-7D23C167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Projektvalidáció és Diagnosztika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49DCC0B-A514-3E96-DC73-0F6571188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Teljes körű ICMP és Traceroute diagnosztika sikeres</a:t>
            </a:r>
          </a:p>
          <a:p>
            <a:r>
              <a:rPr lang="hu-HU"/>
              <a:t>- IPsec Security Association ACTIVE státusz igazolása</a:t>
            </a:r>
          </a:p>
          <a:p>
            <a:r>
              <a:rPr lang="hu-HU"/>
              <a:t>- Redundancia teszt: stabil feladatátvételi folyamatok</a:t>
            </a:r>
          </a:p>
          <a:p>
            <a:r>
              <a:rPr lang="hu-HU"/>
              <a:t>- A rendszer skálázható és üzemkész állapotban van</a:t>
            </a:r>
          </a:p>
        </p:txBody>
      </p:sp>
    </p:spTree>
    <p:extLst>
      <p:ext uri="{BB962C8B-B14F-4D97-AF65-F5344CB8AC3E}">
        <p14:creationId xmlns:p14="http://schemas.microsoft.com/office/powerpoint/2010/main" val="19345247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254</Words>
  <Application>Microsoft Office PowerPoint</Application>
  <PresentationFormat>Szélesvásznú</PresentationFormat>
  <Paragraphs>33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Hálózati infrastruktúra implementáció: RizseRR Kft.</vt:lpstr>
      <vt:lpstr>Fizikai architektúra és strukturált hálózatépítés</vt:lpstr>
      <vt:lpstr>Országos logikai topológia és Útvonalválasztás</vt:lpstr>
      <vt:lpstr>Központosított DHCP és DNS szolgáltatások</vt:lpstr>
      <vt:lpstr>Hálózatbiztonság és VPN Technológia</vt:lpstr>
      <vt:lpstr>Ügyfélspecifikus megoldás: Lightcenter Fitness</vt:lpstr>
      <vt:lpstr>Projektvalidáció és Diagnosztika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Gombos Krisztian</dc:creator>
  <cp:lastModifiedBy>Gombos Krisztian</cp:lastModifiedBy>
  <cp:revision>1</cp:revision>
  <dcterms:created xsi:type="dcterms:W3CDTF">2026-04-20T16:44:21Z</dcterms:created>
  <dcterms:modified xsi:type="dcterms:W3CDTF">2026-04-20T16:46:35Z</dcterms:modified>
</cp:coreProperties>
</file>